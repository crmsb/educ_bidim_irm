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85" d="100"/>
          <a:sy n="85" d="100"/>
        </p:scale>
        <p:origin x="192" y="7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DC22B-CE4C-9E97-AA81-EE612FAF4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E5200-FD24-5096-7F06-45B982AC7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FA9E3-08EA-44A9-06A3-59B8DAA5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1A565-C967-FDAE-AD60-B32AB8C5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A516F-F3C9-F24D-7117-277037B2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23358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FDDE-282A-4348-BDD7-8A5B1590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B82D-1669-C494-2DBC-0B06B6D80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D0978-28AE-405D-963E-FA48317E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8198B-C2F5-A02A-0DAC-67340CBC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AA3A6-1075-3CBB-FB99-BBF8C2117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9121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EFE8B-DF6C-C394-3D76-F0FEFA17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F9910-D5E4-569F-4D85-0B2A85A10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670E7-B97D-13D6-9424-1BC2F5CE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6D534-80EF-CC13-B536-E4D8D62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8C974-2C4A-4D84-6B30-999113CD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95656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A805-ECAD-E224-0BAF-A1C7356E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CAF82-0198-8507-08B3-446D0CC28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4C23A-60F8-CD2B-9670-120D69DD0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05533-B5DE-3A67-B9E4-29D396BE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2281F-BAF3-7FA3-87BB-0C42DA33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3B066-8F41-2982-9165-9EBD8D92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582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124B-C1EC-733B-19F7-1565C51F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E63B3-2B07-EB0A-0D9D-818A23233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EFD24-D36E-9F95-B116-A9D993D3C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FA0EB-47C2-491C-A6C1-B15BB4026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73E03-AB5F-15A0-3347-9682856EB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1F809-B9D5-332E-DE0C-5944C539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2A5EBF-C06A-8CC9-DA24-D4CB6D1C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CCB90-B4D3-C894-C928-E36C63E8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502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4AAE-777A-124F-34B2-BF624AC6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14482-B38D-A11B-8BAB-47C1D0A8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5E021-CA76-5A7F-579B-9A1D57CBC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DA858-CF67-3E9F-0292-13C3F242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39276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B2E1D-059F-FA19-AD98-EA107BFB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F92C7-7B5C-FC06-E4B4-A2F15A48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01A19-61CA-BF36-289A-5B57BC0B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6721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4F2A-7636-0BFF-74E4-4D0DC894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D13F4-C323-AF4E-B5BD-D545A531F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88AC6-16E8-1AF9-FDB1-790E9C042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FEDBF-39B6-DC56-A921-19E193668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11ED5-B3D2-C3E6-4001-A08405A1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EBCB2-B624-3A76-23F7-E4FFD4FE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6683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F3DA-7E8F-3B7B-882D-CFF513FBB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9AEC0-B3D2-DCE1-AA1F-14B4A9024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F768D-A449-D5D1-AE04-168286B6C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08A2C-E4B1-1E38-EC67-6E0C876D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BF291-E673-7E6C-27EB-A35F6CE59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F0541-2000-F99E-3805-6FAC3E9F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5027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4381-11F3-126F-87AA-B17241A6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B7704-5B18-26AF-D864-710FB0013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39431-0CC8-7090-2D99-AFB0437C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D6A02-36EE-8CA1-8658-07C14754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34BB4-905C-137D-1379-B01B9BE9F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7107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8A2AC-3D9D-960A-91BA-BB73D3426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01E93-F1AF-F821-682C-96766FAE8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54FF2-B749-C14D-53C3-E683CA3C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53CE1-5FBB-52B0-8A96-446D4366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D59AE-9A5C-9142-2914-29908577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7425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EA231-D1C6-1877-9A5B-19CF3ACE6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9DA59-24E4-139E-2CA6-2A3F2F901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1CB00-D232-362C-F211-14A06C768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1B028-FB3D-3A4E-AB0A-124AE50350A0}" type="datetimeFigureOut">
              <a:rPr lang="en-FR" smtClean="0"/>
              <a:t>21/07/2026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0795D-DBE6-4938-8513-6AD26E8AF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B8E13-2528-83F5-AFE6-9B8D81D69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0462C-CC9D-B04F-82B2-DC9FD5031D2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3505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C3D1CC-17DF-1FF8-E440-5269E572C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89" y="389199"/>
            <a:ext cx="6369934" cy="3227406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962EBE-F76D-E27F-FDE6-4DEAC845300F}"/>
              </a:ext>
            </a:extLst>
          </p:cNvPr>
          <p:cNvCxnSpPr>
            <a:cxnSpLocks/>
          </p:cNvCxnSpPr>
          <p:nvPr/>
        </p:nvCxnSpPr>
        <p:spPr>
          <a:xfrm>
            <a:off x="2743199" y="3608880"/>
            <a:ext cx="0" cy="288450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13955EF-4B42-98FC-8AFC-6F02CD274B0E}"/>
              </a:ext>
            </a:extLst>
          </p:cNvPr>
          <p:cNvCxnSpPr>
            <a:cxnSpLocks/>
          </p:cNvCxnSpPr>
          <p:nvPr/>
        </p:nvCxnSpPr>
        <p:spPr>
          <a:xfrm flipH="1">
            <a:off x="2743199" y="5036905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C3FA16D-AD50-2A93-8B24-6C9119753398}"/>
              </a:ext>
            </a:extLst>
          </p:cNvPr>
          <p:cNvCxnSpPr>
            <a:cxnSpLocks/>
          </p:cNvCxnSpPr>
          <p:nvPr/>
        </p:nvCxnSpPr>
        <p:spPr>
          <a:xfrm flipH="1">
            <a:off x="2743199" y="5513396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99DD6E4-EF87-7491-AB8D-7C52B8E62D0D}"/>
              </a:ext>
            </a:extLst>
          </p:cNvPr>
          <p:cNvCxnSpPr>
            <a:cxnSpLocks/>
          </p:cNvCxnSpPr>
          <p:nvPr/>
        </p:nvCxnSpPr>
        <p:spPr>
          <a:xfrm flipH="1">
            <a:off x="2743199" y="5989887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99A26BF-158C-28CF-FA3D-68F3EF1DF1EC}"/>
              </a:ext>
            </a:extLst>
          </p:cNvPr>
          <p:cNvCxnSpPr>
            <a:cxnSpLocks/>
          </p:cNvCxnSpPr>
          <p:nvPr/>
        </p:nvCxnSpPr>
        <p:spPr>
          <a:xfrm flipH="1">
            <a:off x="2743199" y="6466378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3A19221-BC03-94EA-EEDD-B831929ED6F3}"/>
              </a:ext>
            </a:extLst>
          </p:cNvPr>
          <p:cNvCxnSpPr>
            <a:cxnSpLocks/>
          </p:cNvCxnSpPr>
          <p:nvPr/>
        </p:nvCxnSpPr>
        <p:spPr>
          <a:xfrm flipH="1">
            <a:off x="2743199" y="4089710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AB6C9BB-AE1B-540D-F479-B6DDB504F990}"/>
              </a:ext>
            </a:extLst>
          </p:cNvPr>
          <p:cNvCxnSpPr>
            <a:cxnSpLocks/>
          </p:cNvCxnSpPr>
          <p:nvPr/>
        </p:nvCxnSpPr>
        <p:spPr>
          <a:xfrm flipH="1">
            <a:off x="2743199" y="4566201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59A8F3F-5A01-9586-4D18-078B5652D6AA}"/>
              </a:ext>
            </a:extLst>
          </p:cNvPr>
          <p:cNvCxnSpPr>
            <a:cxnSpLocks/>
          </p:cNvCxnSpPr>
          <p:nvPr/>
        </p:nvCxnSpPr>
        <p:spPr>
          <a:xfrm flipV="1">
            <a:off x="2743199" y="4566200"/>
            <a:ext cx="497710" cy="4707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3E71B2E-4C26-5E0D-5FE7-73C3967A9B26}"/>
              </a:ext>
            </a:extLst>
          </p:cNvPr>
          <p:cNvCxnSpPr>
            <a:cxnSpLocks/>
          </p:cNvCxnSpPr>
          <p:nvPr/>
        </p:nvCxnSpPr>
        <p:spPr>
          <a:xfrm>
            <a:off x="3240910" y="4563308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E036990-1BE1-ACEE-D1A1-19EDBB6C2CD0}"/>
              </a:ext>
            </a:extLst>
          </p:cNvPr>
          <p:cNvCxnSpPr>
            <a:cxnSpLocks/>
          </p:cNvCxnSpPr>
          <p:nvPr/>
        </p:nvCxnSpPr>
        <p:spPr>
          <a:xfrm flipV="1">
            <a:off x="3345082" y="4569094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3C18181-B0B8-028E-9AA0-59E02F048193}"/>
              </a:ext>
            </a:extLst>
          </p:cNvPr>
          <p:cNvCxnSpPr>
            <a:cxnSpLocks/>
          </p:cNvCxnSpPr>
          <p:nvPr/>
        </p:nvCxnSpPr>
        <p:spPr>
          <a:xfrm flipV="1">
            <a:off x="4386805" y="4569093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969B73A-C730-B7AB-2635-515763734302}"/>
              </a:ext>
            </a:extLst>
          </p:cNvPr>
          <p:cNvCxnSpPr>
            <a:cxnSpLocks/>
          </p:cNvCxnSpPr>
          <p:nvPr/>
        </p:nvCxnSpPr>
        <p:spPr>
          <a:xfrm flipV="1">
            <a:off x="5428528" y="4569092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47A446-05BC-D7C2-A5F4-3CB6E1504797}"/>
              </a:ext>
            </a:extLst>
          </p:cNvPr>
          <p:cNvCxnSpPr>
            <a:cxnSpLocks/>
          </p:cNvCxnSpPr>
          <p:nvPr/>
        </p:nvCxnSpPr>
        <p:spPr>
          <a:xfrm flipV="1">
            <a:off x="6470251" y="4569091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D80C277-DE6A-6156-4DD7-2954952D5C51}"/>
              </a:ext>
            </a:extLst>
          </p:cNvPr>
          <p:cNvCxnSpPr>
            <a:cxnSpLocks/>
            <a:endCxn id="75" idx="0"/>
          </p:cNvCxnSpPr>
          <p:nvPr/>
        </p:nvCxnSpPr>
        <p:spPr>
          <a:xfrm flipV="1">
            <a:off x="7511974" y="4984813"/>
            <a:ext cx="486129" cy="542082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DEE26C-6910-B56B-0119-E33F75372570}"/>
              </a:ext>
            </a:extLst>
          </p:cNvPr>
          <p:cNvCxnSpPr>
            <a:cxnSpLocks/>
          </p:cNvCxnSpPr>
          <p:nvPr/>
        </p:nvCxnSpPr>
        <p:spPr>
          <a:xfrm>
            <a:off x="4282633" y="4578739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52A827-8BB8-63F4-C151-441D2FD953A9}"/>
              </a:ext>
            </a:extLst>
          </p:cNvPr>
          <p:cNvCxnSpPr>
            <a:cxnSpLocks/>
          </p:cNvCxnSpPr>
          <p:nvPr/>
        </p:nvCxnSpPr>
        <p:spPr>
          <a:xfrm>
            <a:off x="5324356" y="4582595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9B3EA3F-30A2-51A1-0298-A1B589031682}"/>
              </a:ext>
            </a:extLst>
          </p:cNvPr>
          <p:cNvCxnSpPr>
            <a:cxnSpLocks/>
          </p:cNvCxnSpPr>
          <p:nvPr/>
        </p:nvCxnSpPr>
        <p:spPr>
          <a:xfrm>
            <a:off x="6366079" y="4563301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C9FAD9C-D01D-E3FB-6FCC-75261CDF4999}"/>
              </a:ext>
            </a:extLst>
          </p:cNvPr>
          <p:cNvCxnSpPr>
            <a:cxnSpLocks/>
          </p:cNvCxnSpPr>
          <p:nvPr/>
        </p:nvCxnSpPr>
        <p:spPr>
          <a:xfrm>
            <a:off x="7407802" y="4567157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37BAA38E-CB19-8CF2-C97C-E3A7832411D7}"/>
              </a:ext>
            </a:extLst>
          </p:cNvPr>
          <p:cNvSpPr/>
          <p:nvPr/>
        </p:nvSpPr>
        <p:spPr>
          <a:xfrm>
            <a:off x="3784917" y="5002180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28E13E4-F7F1-668A-245B-D4668A710E03}"/>
              </a:ext>
            </a:extLst>
          </p:cNvPr>
          <p:cNvSpPr/>
          <p:nvPr/>
        </p:nvSpPr>
        <p:spPr>
          <a:xfrm>
            <a:off x="4828569" y="4980959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CF5EDC9-E050-1E62-7C88-CF49936B2AD6}"/>
              </a:ext>
            </a:extLst>
          </p:cNvPr>
          <p:cNvSpPr/>
          <p:nvPr/>
        </p:nvSpPr>
        <p:spPr>
          <a:xfrm>
            <a:off x="5872217" y="4982884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B4F4121-6500-66BF-E2DE-EFBD3AD28B6F}"/>
              </a:ext>
            </a:extLst>
          </p:cNvPr>
          <p:cNvSpPr/>
          <p:nvPr/>
        </p:nvSpPr>
        <p:spPr>
          <a:xfrm>
            <a:off x="6890793" y="4982888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DFC276A-1EE8-01FD-053B-C208020EE87E}"/>
              </a:ext>
            </a:extLst>
          </p:cNvPr>
          <p:cNvSpPr/>
          <p:nvPr/>
        </p:nvSpPr>
        <p:spPr>
          <a:xfrm>
            <a:off x="7946016" y="4984813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065F4A-8AF2-6A5F-742C-37745D18FA46}"/>
              </a:ext>
            </a:extLst>
          </p:cNvPr>
          <p:cNvSpPr txBox="1"/>
          <p:nvPr/>
        </p:nvSpPr>
        <p:spPr>
          <a:xfrm>
            <a:off x="2667966" y="4988680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25FED3A-3515-E275-9C43-3884435B7FE3}"/>
              </a:ext>
            </a:extLst>
          </p:cNvPr>
          <p:cNvSpPr txBox="1"/>
          <p:nvPr/>
        </p:nvSpPr>
        <p:spPr>
          <a:xfrm>
            <a:off x="3061509" y="4262501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1</a:t>
            </a:r>
            <a:r>
              <a:rPr lang="en-FR" baseline="30000" dirty="0"/>
              <a:t>+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FB6B01-AB0D-B2ED-D9AF-1EFD8A2C8F06}"/>
              </a:ext>
            </a:extLst>
          </p:cNvPr>
          <p:cNvSpPr txBox="1"/>
          <p:nvPr/>
        </p:nvSpPr>
        <p:spPr>
          <a:xfrm>
            <a:off x="3188822" y="5517258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1</a:t>
            </a:r>
            <a:r>
              <a:rPr lang="en-FR" baseline="30000" dirty="0"/>
              <a:t>-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34FE75-E71F-728E-EDA7-FA5C0100A2EF}"/>
              </a:ext>
            </a:extLst>
          </p:cNvPr>
          <p:cNvSpPr txBox="1"/>
          <p:nvPr/>
        </p:nvSpPr>
        <p:spPr>
          <a:xfrm>
            <a:off x="4149537" y="4262501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1</a:t>
            </a:r>
            <a:r>
              <a:rPr lang="en-FR" baseline="30000" dirty="0"/>
              <a:t>+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04D0F3B-1576-AC97-B83F-C2E8953E259C}"/>
              </a:ext>
            </a:extLst>
          </p:cNvPr>
          <p:cNvCxnSpPr>
            <a:cxnSpLocks/>
          </p:cNvCxnSpPr>
          <p:nvPr/>
        </p:nvCxnSpPr>
        <p:spPr>
          <a:xfrm flipH="1">
            <a:off x="2743199" y="3625106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949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475C6-C50B-5208-4B0D-12DFB495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0BEDF4-7713-CEF3-0746-26FB46FC3248}"/>
              </a:ext>
            </a:extLst>
          </p:cNvPr>
          <p:cNvCxnSpPr>
            <a:cxnSpLocks/>
          </p:cNvCxnSpPr>
          <p:nvPr/>
        </p:nvCxnSpPr>
        <p:spPr>
          <a:xfrm>
            <a:off x="2743199" y="3608880"/>
            <a:ext cx="0" cy="288450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BDA8D53-0399-9CE1-5637-8DE22E5FE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89" y="389199"/>
            <a:ext cx="6369934" cy="322740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816D3C-7C1F-441A-0B61-83CC04075F88}"/>
              </a:ext>
            </a:extLst>
          </p:cNvPr>
          <p:cNvCxnSpPr>
            <a:cxnSpLocks/>
          </p:cNvCxnSpPr>
          <p:nvPr/>
        </p:nvCxnSpPr>
        <p:spPr>
          <a:xfrm flipH="1">
            <a:off x="2743199" y="5036905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9ED6B7-A0AA-A117-42F4-C78FC19F2FD9}"/>
              </a:ext>
            </a:extLst>
          </p:cNvPr>
          <p:cNvCxnSpPr>
            <a:cxnSpLocks/>
          </p:cNvCxnSpPr>
          <p:nvPr/>
        </p:nvCxnSpPr>
        <p:spPr>
          <a:xfrm flipH="1">
            <a:off x="2743199" y="5513396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CB9850-7734-82AA-5E8F-2651F707F538}"/>
              </a:ext>
            </a:extLst>
          </p:cNvPr>
          <p:cNvCxnSpPr>
            <a:cxnSpLocks/>
          </p:cNvCxnSpPr>
          <p:nvPr/>
        </p:nvCxnSpPr>
        <p:spPr>
          <a:xfrm flipH="1">
            <a:off x="2743199" y="5989887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B574A8-B45B-3FF5-D691-81B20BAB5F69}"/>
              </a:ext>
            </a:extLst>
          </p:cNvPr>
          <p:cNvCxnSpPr>
            <a:cxnSpLocks/>
          </p:cNvCxnSpPr>
          <p:nvPr/>
        </p:nvCxnSpPr>
        <p:spPr>
          <a:xfrm flipH="1">
            <a:off x="2743199" y="6466378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E128CB-BF3B-B03B-8512-A6D41656E4AF}"/>
              </a:ext>
            </a:extLst>
          </p:cNvPr>
          <p:cNvCxnSpPr>
            <a:cxnSpLocks/>
          </p:cNvCxnSpPr>
          <p:nvPr/>
        </p:nvCxnSpPr>
        <p:spPr>
          <a:xfrm flipH="1">
            <a:off x="2743199" y="4089710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994826-8002-D26E-3207-B15732ADB77A}"/>
              </a:ext>
            </a:extLst>
          </p:cNvPr>
          <p:cNvCxnSpPr>
            <a:cxnSpLocks/>
          </p:cNvCxnSpPr>
          <p:nvPr/>
        </p:nvCxnSpPr>
        <p:spPr>
          <a:xfrm flipH="1">
            <a:off x="2743199" y="4566201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7FC661-F9DE-5277-CCBF-E0D3628163FA}"/>
              </a:ext>
            </a:extLst>
          </p:cNvPr>
          <p:cNvCxnSpPr>
            <a:cxnSpLocks/>
          </p:cNvCxnSpPr>
          <p:nvPr/>
        </p:nvCxnSpPr>
        <p:spPr>
          <a:xfrm flipV="1">
            <a:off x="2743199" y="4566200"/>
            <a:ext cx="497710" cy="4707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1FB5C0-DCCC-F940-C53D-039E255920F0}"/>
              </a:ext>
            </a:extLst>
          </p:cNvPr>
          <p:cNvCxnSpPr>
            <a:cxnSpLocks/>
          </p:cNvCxnSpPr>
          <p:nvPr/>
        </p:nvCxnSpPr>
        <p:spPr>
          <a:xfrm>
            <a:off x="3240910" y="4563308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8AB1DCC-B324-7FC7-7878-B6C032FE2B51}"/>
              </a:ext>
            </a:extLst>
          </p:cNvPr>
          <p:cNvCxnSpPr>
            <a:cxnSpLocks/>
          </p:cNvCxnSpPr>
          <p:nvPr/>
        </p:nvCxnSpPr>
        <p:spPr>
          <a:xfrm flipV="1">
            <a:off x="3345082" y="4569094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1A60FF-71D2-21E7-57A4-4757B78B3DF0}"/>
              </a:ext>
            </a:extLst>
          </p:cNvPr>
          <p:cNvCxnSpPr>
            <a:cxnSpLocks/>
          </p:cNvCxnSpPr>
          <p:nvPr/>
        </p:nvCxnSpPr>
        <p:spPr>
          <a:xfrm flipV="1">
            <a:off x="4386805" y="4569093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203662-7CF7-38D0-E44F-82BDE8ACA80C}"/>
              </a:ext>
            </a:extLst>
          </p:cNvPr>
          <p:cNvCxnSpPr>
            <a:cxnSpLocks/>
          </p:cNvCxnSpPr>
          <p:nvPr/>
        </p:nvCxnSpPr>
        <p:spPr>
          <a:xfrm flipV="1">
            <a:off x="5428528" y="4569092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5CC477D-19F5-A430-818F-CDE7F6CA7478}"/>
              </a:ext>
            </a:extLst>
          </p:cNvPr>
          <p:cNvCxnSpPr>
            <a:cxnSpLocks/>
          </p:cNvCxnSpPr>
          <p:nvPr/>
        </p:nvCxnSpPr>
        <p:spPr>
          <a:xfrm flipV="1">
            <a:off x="6470251" y="4569091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5B7B36-F744-17A4-9B7F-90DE7603E2D7}"/>
              </a:ext>
            </a:extLst>
          </p:cNvPr>
          <p:cNvCxnSpPr>
            <a:cxnSpLocks/>
            <a:endCxn id="47" idx="0"/>
          </p:cNvCxnSpPr>
          <p:nvPr/>
        </p:nvCxnSpPr>
        <p:spPr>
          <a:xfrm flipV="1">
            <a:off x="7511974" y="4984813"/>
            <a:ext cx="486129" cy="542082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07D0E6-5FDE-2CC2-42BD-8B51901D8C98}"/>
              </a:ext>
            </a:extLst>
          </p:cNvPr>
          <p:cNvCxnSpPr>
            <a:cxnSpLocks/>
          </p:cNvCxnSpPr>
          <p:nvPr/>
        </p:nvCxnSpPr>
        <p:spPr>
          <a:xfrm>
            <a:off x="4282633" y="4578739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3C80387-F29E-015C-51F4-E939A24C2310}"/>
              </a:ext>
            </a:extLst>
          </p:cNvPr>
          <p:cNvCxnSpPr>
            <a:cxnSpLocks/>
          </p:cNvCxnSpPr>
          <p:nvPr/>
        </p:nvCxnSpPr>
        <p:spPr>
          <a:xfrm>
            <a:off x="5324356" y="4582595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F41A1F4-32B5-7DFB-5E28-1EAB1398B669}"/>
              </a:ext>
            </a:extLst>
          </p:cNvPr>
          <p:cNvCxnSpPr>
            <a:cxnSpLocks/>
          </p:cNvCxnSpPr>
          <p:nvPr/>
        </p:nvCxnSpPr>
        <p:spPr>
          <a:xfrm>
            <a:off x="6366079" y="4563301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FD2CBE0-BF0C-2E12-C522-56839F21126D}"/>
              </a:ext>
            </a:extLst>
          </p:cNvPr>
          <p:cNvCxnSpPr>
            <a:cxnSpLocks/>
          </p:cNvCxnSpPr>
          <p:nvPr/>
        </p:nvCxnSpPr>
        <p:spPr>
          <a:xfrm>
            <a:off x="7407802" y="4567157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AF29030-02CD-7B05-2A6D-19E5B46DC3CE}"/>
              </a:ext>
            </a:extLst>
          </p:cNvPr>
          <p:cNvSpPr/>
          <p:nvPr/>
        </p:nvSpPr>
        <p:spPr>
          <a:xfrm>
            <a:off x="3784917" y="5002180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FCB7962-3D97-715D-50EF-5E2FBEDA6914}"/>
              </a:ext>
            </a:extLst>
          </p:cNvPr>
          <p:cNvSpPr/>
          <p:nvPr/>
        </p:nvSpPr>
        <p:spPr>
          <a:xfrm>
            <a:off x="4828569" y="4980959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5C57ED7-3A15-2F3F-5C55-6327863D8901}"/>
              </a:ext>
            </a:extLst>
          </p:cNvPr>
          <p:cNvSpPr/>
          <p:nvPr/>
        </p:nvSpPr>
        <p:spPr>
          <a:xfrm>
            <a:off x="5872217" y="4982884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E3DE6DD-B8AB-4280-78C3-595DD0D7892C}"/>
              </a:ext>
            </a:extLst>
          </p:cNvPr>
          <p:cNvSpPr/>
          <p:nvPr/>
        </p:nvSpPr>
        <p:spPr>
          <a:xfrm>
            <a:off x="6890793" y="4982888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42495CC-D9DF-9686-0CA2-E9D79CC8B9B8}"/>
              </a:ext>
            </a:extLst>
          </p:cNvPr>
          <p:cNvSpPr/>
          <p:nvPr/>
        </p:nvSpPr>
        <p:spPr>
          <a:xfrm>
            <a:off x="7946016" y="4984813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76401D-3B7A-78B6-31F6-D8A195680C9D}"/>
              </a:ext>
            </a:extLst>
          </p:cNvPr>
          <p:cNvSpPr txBox="1"/>
          <p:nvPr/>
        </p:nvSpPr>
        <p:spPr>
          <a:xfrm>
            <a:off x="2667966" y="4988680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B0D78E-CAD0-2335-DF8F-373A406B9D69}"/>
              </a:ext>
            </a:extLst>
          </p:cNvPr>
          <p:cNvSpPr txBox="1"/>
          <p:nvPr/>
        </p:nvSpPr>
        <p:spPr>
          <a:xfrm>
            <a:off x="2928417" y="4202244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1</a:t>
            </a:r>
            <a:r>
              <a:rPr lang="en-FR" baseline="300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E94C79-2BBF-33FF-52B8-61D6855269CF}"/>
              </a:ext>
            </a:extLst>
          </p:cNvPr>
          <p:cNvSpPr txBox="1"/>
          <p:nvPr/>
        </p:nvSpPr>
        <p:spPr>
          <a:xfrm>
            <a:off x="3696491" y="4243409"/>
            <a:ext cx="6134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Z</a:t>
            </a:r>
            <a:r>
              <a:rPr lang="en-FR" baseline="-25000" dirty="0"/>
              <a:t>1</a:t>
            </a:r>
            <a:endParaRPr lang="en-FR" baseline="30000" dirty="0"/>
          </a:p>
          <a:p>
            <a:endParaRPr lang="en-FR" baseline="30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7D0EAC-AAC9-CEAD-C61F-B3CCF2A213F7}"/>
              </a:ext>
            </a:extLst>
          </p:cNvPr>
          <p:cNvCxnSpPr>
            <a:cxnSpLocks/>
          </p:cNvCxnSpPr>
          <p:nvPr/>
        </p:nvCxnSpPr>
        <p:spPr>
          <a:xfrm>
            <a:off x="4272023" y="4556808"/>
            <a:ext cx="112857" cy="98166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0D04BEE-8824-FD8C-D759-E953DDD85247}"/>
              </a:ext>
            </a:extLst>
          </p:cNvPr>
          <p:cNvCxnSpPr>
            <a:cxnSpLocks/>
            <a:endCxn id="44" idx="3"/>
          </p:cNvCxnSpPr>
          <p:nvPr/>
        </p:nvCxnSpPr>
        <p:spPr>
          <a:xfrm flipV="1">
            <a:off x="4384880" y="5073168"/>
            <a:ext cx="458945" cy="45372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86322B-9836-3574-23F1-6D4D43916814}"/>
              </a:ext>
            </a:extLst>
          </p:cNvPr>
          <p:cNvCxnSpPr>
            <a:cxnSpLocks/>
          </p:cNvCxnSpPr>
          <p:nvPr/>
        </p:nvCxnSpPr>
        <p:spPr>
          <a:xfrm>
            <a:off x="3240909" y="4578739"/>
            <a:ext cx="104172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EDF0136-184C-155A-DF9B-C65AEAB20C75}"/>
              </a:ext>
            </a:extLst>
          </p:cNvPr>
          <p:cNvCxnSpPr>
            <a:cxnSpLocks/>
          </p:cNvCxnSpPr>
          <p:nvPr/>
        </p:nvCxnSpPr>
        <p:spPr>
          <a:xfrm flipH="1">
            <a:off x="2743199" y="3625106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01E64CB-B27D-B410-7DCB-C9BCF236A9B1}"/>
              </a:ext>
            </a:extLst>
          </p:cNvPr>
          <p:cNvSpPr txBox="1"/>
          <p:nvPr/>
        </p:nvSpPr>
        <p:spPr>
          <a:xfrm>
            <a:off x="4163911" y="5460964"/>
            <a:ext cx="6134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1</a:t>
            </a:r>
            <a:r>
              <a:rPr lang="en-FR" baseline="30000" dirty="0"/>
              <a:t>-</a:t>
            </a:r>
          </a:p>
          <a:p>
            <a:endParaRPr lang="en-FR" baseline="30000" dirty="0"/>
          </a:p>
        </p:txBody>
      </p:sp>
    </p:spTree>
    <p:extLst>
      <p:ext uri="{BB962C8B-B14F-4D97-AF65-F5344CB8AC3E}">
        <p14:creationId xmlns:p14="http://schemas.microsoft.com/office/powerpoint/2010/main" val="2972759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84066-BC1C-EB39-E3A4-487C1B47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2E8851-0610-E3F0-AD55-A0F50229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89" y="389199"/>
            <a:ext cx="6369934" cy="3227406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7334686-3B4A-D661-95B7-6F5EADA5F5E4}"/>
              </a:ext>
            </a:extLst>
          </p:cNvPr>
          <p:cNvCxnSpPr>
            <a:cxnSpLocks/>
          </p:cNvCxnSpPr>
          <p:nvPr/>
        </p:nvCxnSpPr>
        <p:spPr>
          <a:xfrm>
            <a:off x="2743199" y="3608880"/>
            <a:ext cx="0" cy="288450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B4B9BF-B16B-A229-E305-147B4A50D399}"/>
              </a:ext>
            </a:extLst>
          </p:cNvPr>
          <p:cNvCxnSpPr>
            <a:cxnSpLocks/>
          </p:cNvCxnSpPr>
          <p:nvPr/>
        </p:nvCxnSpPr>
        <p:spPr>
          <a:xfrm flipH="1">
            <a:off x="2743199" y="5036905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C475BAE-1378-67FC-BFBB-AA9DE25A85A0}"/>
              </a:ext>
            </a:extLst>
          </p:cNvPr>
          <p:cNvCxnSpPr>
            <a:cxnSpLocks/>
          </p:cNvCxnSpPr>
          <p:nvPr/>
        </p:nvCxnSpPr>
        <p:spPr>
          <a:xfrm flipH="1">
            <a:off x="2743199" y="5513396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2DBE584-2E0F-B57D-FCF2-0201147D76B1}"/>
              </a:ext>
            </a:extLst>
          </p:cNvPr>
          <p:cNvCxnSpPr>
            <a:cxnSpLocks/>
          </p:cNvCxnSpPr>
          <p:nvPr/>
        </p:nvCxnSpPr>
        <p:spPr>
          <a:xfrm flipH="1">
            <a:off x="2743199" y="5989887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ED09797-87A6-8BED-CE38-6F007B510AF8}"/>
              </a:ext>
            </a:extLst>
          </p:cNvPr>
          <p:cNvCxnSpPr>
            <a:cxnSpLocks/>
          </p:cNvCxnSpPr>
          <p:nvPr/>
        </p:nvCxnSpPr>
        <p:spPr>
          <a:xfrm flipH="1">
            <a:off x="2743199" y="6466378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19ACE67-F5C9-1C7A-ACC3-079CD1D2D5A6}"/>
              </a:ext>
            </a:extLst>
          </p:cNvPr>
          <p:cNvCxnSpPr>
            <a:cxnSpLocks/>
          </p:cNvCxnSpPr>
          <p:nvPr/>
        </p:nvCxnSpPr>
        <p:spPr>
          <a:xfrm flipH="1">
            <a:off x="2743199" y="4089710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4606671-F189-9F64-53A9-356289D00102}"/>
              </a:ext>
            </a:extLst>
          </p:cNvPr>
          <p:cNvCxnSpPr>
            <a:cxnSpLocks/>
          </p:cNvCxnSpPr>
          <p:nvPr/>
        </p:nvCxnSpPr>
        <p:spPr>
          <a:xfrm flipH="1">
            <a:off x="2743199" y="4566201"/>
            <a:ext cx="5463252" cy="0"/>
          </a:xfrm>
          <a:prstGeom prst="line">
            <a:avLst/>
          </a:prstGeom>
          <a:ln w="6350">
            <a:solidFill>
              <a:schemeClr val="tx1">
                <a:alpha val="4588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CBD46E9-A073-4629-2B5A-93DDFA140BD9}"/>
              </a:ext>
            </a:extLst>
          </p:cNvPr>
          <p:cNvCxnSpPr>
            <a:cxnSpLocks/>
          </p:cNvCxnSpPr>
          <p:nvPr/>
        </p:nvCxnSpPr>
        <p:spPr>
          <a:xfrm flipV="1">
            <a:off x="2743199" y="4566200"/>
            <a:ext cx="497710" cy="4707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580CD28-C140-9845-2125-A369E8FF6821}"/>
              </a:ext>
            </a:extLst>
          </p:cNvPr>
          <p:cNvCxnSpPr>
            <a:cxnSpLocks/>
          </p:cNvCxnSpPr>
          <p:nvPr/>
        </p:nvCxnSpPr>
        <p:spPr>
          <a:xfrm>
            <a:off x="3240910" y="4563308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49DBAB8-64E4-3C02-3037-740231DEEDAF}"/>
              </a:ext>
            </a:extLst>
          </p:cNvPr>
          <p:cNvCxnSpPr>
            <a:cxnSpLocks/>
          </p:cNvCxnSpPr>
          <p:nvPr/>
        </p:nvCxnSpPr>
        <p:spPr>
          <a:xfrm flipV="1">
            <a:off x="3345082" y="4569094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5314698-239B-C3C4-A504-685602DCDB53}"/>
              </a:ext>
            </a:extLst>
          </p:cNvPr>
          <p:cNvCxnSpPr>
            <a:cxnSpLocks/>
          </p:cNvCxnSpPr>
          <p:nvPr/>
        </p:nvCxnSpPr>
        <p:spPr>
          <a:xfrm flipV="1">
            <a:off x="4386805" y="4569093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6F52DA8-1F99-4117-C5A1-1516E84F501C}"/>
              </a:ext>
            </a:extLst>
          </p:cNvPr>
          <p:cNvCxnSpPr>
            <a:cxnSpLocks/>
          </p:cNvCxnSpPr>
          <p:nvPr/>
        </p:nvCxnSpPr>
        <p:spPr>
          <a:xfrm flipV="1">
            <a:off x="5428528" y="4569092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D70B182-E8BC-56DA-DD4B-0AE04D0A824C}"/>
              </a:ext>
            </a:extLst>
          </p:cNvPr>
          <p:cNvCxnSpPr>
            <a:cxnSpLocks/>
          </p:cNvCxnSpPr>
          <p:nvPr/>
        </p:nvCxnSpPr>
        <p:spPr>
          <a:xfrm flipV="1">
            <a:off x="6470251" y="4569091"/>
            <a:ext cx="937551" cy="957805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02DCAD0-F23C-BF98-CB97-778D94083B5F}"/>
              </a:ext>
            </a:extLst>
          </p:cNvPr>
          <p:cNvCxnSpPr>
            <a:cxnSpLocks/>
            <a:endCxn id="73" idx="0"/>
          </p:cNvCxnSpPr>
          <p:nvPr/>
        </p:nvCxnSpPr>
        <p:spPr>
          <a:xfrm flipV="1">
            <a:off x="7511974" y="4984813"/>
            <a:ext cx="486129" cy="542082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EC4AF7D-3BD1-2151-F3AC-D661F4BF1D1D}"/>
              </a:ext>
            </a:extLst>
          </p:cNvPr>
          <p:cNvCxnSpPr>
            <a:cxnSpLocks/>
          </p:cNvCxnSpPr>
          <p:nvPr/>
        </p:nvCxnSpPr>
        <p:spPr>
          <a:xfrm>
            <a:off x="4282633" y="4578739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926BF37-6276-DDB8-868D-1725798F4DAA}"/>
              </a:ext>
            </a:extLst>
          </p:cNvPr>
          <p:cNvCxnSpPr>
            <a:cxnSpLocks/>
          </p:cNvCxnSpPr>
          <p:nvPr/>
        </p:nvCxnSpPr>
        <p:spPr>
          <a:xfrm>
            <a:off x="5324356" y="4582595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94C7697-42DE-5BB6-5627-CE8B2E33F1A4}"/>
              </a:ext>
            </a:extLst>
          </p:cNvPr>
          <p:cNvCxnSpPr>
            <a:cxnSpLocks/>
          </p:cNvCxnSpPr>
          <p:nvPr/>
        </p:nvCxnSpPr>
        <p:spPr>
          <a:xfrm>
            <a:off x="6366079" y="4563301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C73F0B9-5073-9BDC-6A88-C64024178D28}"/>
              </a:ext>
            </a:extLst>
          </p:cNvPr>
          <p:cNvCxnSpPr>
            <a:cxnSpLocks/>
          </p:cNvCxnSpPr>
          <p:nvPr/>
        </p:nvCxnSpPr>
        <p:spPr>
          <a:xfrm>
            <a:off x="7407802" y="4567157"/>
            <a:ext cx="104172" cy="950088"/>
          </a:xfrm>
          <a:prstGeom prst="line">
            <a:avLst/>
          </a:prstGeom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9FD92158-1515-0C76-D9F5-189DD843F014}"/>
              </a:ext>
            </a:extLst>
          </p:cNvPr>
          <p:cNvSpPr/>
          <p:nvPr/>
        </p:nvSpPr>
        <p:spPr>
          <a:xfrm>
            <a:off x="3784917" y="5002180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BF378BA-196D-0F18-C1B4-45B81130FCBA}"/>
              </a:ext>
            </a:extLst>
          </p:cNvPr>
          <p:cNvSpPr/>
          <p:nvPr/>
        </p:nvSpPr>
        <p:spPr>
          <a:xfrm>
            <a:off x="4828569" y="4980959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98E578E-409C-7E1B-C10E-447EC62C9453}"/>
              </a:ext>
            </a:extLst>
          </p:cNvPr>
          <p:cNvSpPr/>
          <p:nvPr/>
        </p:nvSpPr>
        <p:spPr>
          <a:xfrm>
            <a:off x="5872217" y="4982884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8E8142C-3B8E-0DA9-DEDA-FCA45E4D9012}"/>
              </a:ext>
            </a:extLst>
          </p:cNvPr>
          <p:cNvSpPr/>
          <p:nvPr/>
        </p:nvSpPr>
        <p:spPr>
          <a:xfrm>
            <a:off x="6890793" y="4982888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1CC18F6-69D1-EDE6-A320-55D4F72A6C77}"/>
              </a:ext>
            </a:extLst>
          </p:cNvPr>
          <p:cNvSpPr/>
          <p:nvPr/>
        </p:nvSpPr>
        <p:spPr>
          <a:xfrm>
            <a:off x="7946016" y="4984813"/>
            <a:ext cx="104173" cy="108030"/>
          </a:xfrm>
          <a:prstGeom prst="ellipse">
            <a:avLst/>
          </a:prstGeom>
          <a:solidFill>
            <a:srgbClr val="FF0000"/>
          </a:solidFill>
          <a:ln>
            <a:solidFill>
              <a:srgbClr val="FF0000">
                <a:alpha val="45882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D59D26-8B1C-8309-D50F-2858C929A0A9}"/>
              </a:ext>
            </a:extLst>
          </p:cNvPr>
          <p:cNvSpPr txBox="1"/>
          <p:nvPr/>
        </p:nvSpPr>
        <p:spPr>
          <a:xfrm>
            <a:off x="2667966" y="4988680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0B178FB-D3A2-07FD-60D6-D37EA365E73B}"/>
              </a:ext>
            </a:extLst>
          </p:cNvPr>
          <p:cNvSpPr txBox="1"/>
          <p:nvPr/>
        </p:nvSpPr>
        <p:spPr>
          <a:xfrm>
            <a:off x="4027992" y="6188145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2</a:t>
            </a:r>
            <a:r>
              <a:rPr lang="en-FR" baseline="30000" dirty="0"/>
              <a:t>-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1E6E675-FF4F-EA55-663C-9FE302D3BF81}"/>
              </a:ext>
            </a:extLst>
          </p:cNvPr>
          <p:cNvCxnSpPr>
            <a:cxnSpLocks/>
          </p:cNvCxnSpPr>
          <p:nvPr/>
        </p:nvCxnSpPr>
        <p:spPr>
          <a:xfrm flipV="1">
            <a:off x="3252879" y="3625106"/>
            <a:ext cx="990604" cy="94719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6E8C054-059A-1124-5B80-4B69A10A1F66}"/>
              </a:ext>
            </a:extLst>
          </p:cNvPr>
          <p:cNvCxnSpPr>
            <a:cxnSpLocks/>
          </p:cNvCxnSpPr>
          <p:nvPr/>
        </p:nvCxnSpPr>
        <p:spPr>
          <a:xfrm>
            <a:off x="4272023" y="4556808"/>
            <a:ext cx="112857" cy="98166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0F4A033-D6AF-3F29-B0D3-6A46046C6E5F}"/>
              </a:ext>
            </a:extLst>
          </p:cNvPr>
          <p:cNvCxnSpPr>
            <a:cxnSpLocks/>
            <a:endCxn id="70" idx="3"/>
          </p:cNvCxnSpPr>
          <p:nvPr/>
        </p:nvCxnSpPr>
        <p:spPr>
          <a:xfrm flipV="1">
            <a:off x="4384880" y="5073168"/>
            <a:ext cx="458945" cy="45372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2DF3B25-B96C-151C-89E1-E47A6370F5E4}"/>
              </a:ext>
            </a:extLst>
          </p:cNvPr>
          <p:cNvCxnSpPr>
            <a:cxnSpLocks/>
          </p:cNvCxnSpPr>
          <p:nvPr/>
        </p:nvCxnSpPr>
        <p:spPr>
          <a:xfrm>
            <a:off x="3240909" y="4578739"/>
            <a:ext cx="104172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C1DA976-0FB0-8E81-DA45-06651A82286E}"/>
              </a:ext>
            </a:extLst>
          </p:cNvPr>
          <p:cNvCxnSpPr>
            <a:cxnSpLocks/>
          </p:cNvCxnSpPr>
          <p:nvPr/>
        </p:nvCxnSpPr>
        <p:spPr>
          <a:xfrm>
            <a:off x="4243483" y="3646501"/>
            <a:ext cx="172250" cy="284688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7A58D4D-BA70-47F4-805F-345654B67951}"/>
              </a:ext>
            </a:extLst>
          </p:cNvPr>
          <p:cNvCxnSpPr>
            <a:cxnSpLocks/>
            <a:endCxn id="71" idx="3"/>
          </p:cNvCxnSpPr>
          <p:nvPr/>
        </p:nvCxnSpPr>
        <p:spPr>
          <a:xfrm flipV="1">
            <a:off x="4416592" y="5075093"/>
            <a:ext cx="1470881" cy="142768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9143BA2-1EF4-F58A-BF82-6D596FE98ECC}"/>
              </a:ext>
            </a:extLst>
          </p:cNvPr>
          <p:cNvCxnSpPr>
            <a:cxnSpLocks/>
          </p:cNvCxnSpPr>
          <p:nvPr/>
        </p:nvCxnSpPr>
        <p:spPr>
          <a:xfrm flipH="1">
            <a:off x="2743199" y="3625106"/>
            <a:ext cx="546325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5FDA1380-D0D4-F72E-02EC-582808D528BC}"/>
              </a:ext>
            </a:extLst>
          </p:cNvPr>
          <p:cNvSpPr txBox="1"/>
          <p:nvPr/>
        </p:nvSpPr>
        <p:spPr>
          <a:xfrm>
            <a:off x="4149537" y="3323509"/>
            <a:ext cx="613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F</a:t>
            </a:r>
            <a:r>
              <a:rPr lang="en-FR" baseline="-25000" dirty="0"/>
              <a:t>2</a:t>
            </a:r>
            <a:r>
              <a:rPr lang="en-FR" baseline="30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97165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15</Words>
  <Application>Microsoft Macintosh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Corbin, Nadege</dc:creator>
  <cp:lastModifiedBy>Corbin, Nadege</cp:lastModifiedBy>
  <cp:revision>1</cp:revision>
  <dcterms:created xsi:type="dcterms:W3CDTF">2026-07-21T20:16:29Z</dcterms:created>
  <dcterms:modified xsi:type="dcterms:W3CDTF">2026-07-21T20:54:15Z</dcterms:modified>
</cp:coreProperties>
</file>